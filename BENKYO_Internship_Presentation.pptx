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2"/>
  </p:notesMasterIdLst>
  <p:sldIdLst>
    <p:sldId id="483" r:id="rId2"/>
    <p:sldId id="484" r:id="rId3"/>
    <p:sldId id="470" r:id="rId4"/>
    <p:sldId id="478" r:id="rId5"/>
    <p:sldId id="482" r:id="rId6"/>
    <p:sldId id="486" r:id="rId7"/>
    <p:sldId id="488" r:id="rId17"/>
    <p:sldId id="485" r:id="rId8"/>
    <p:sldId id="489" r:id="rId18"/>
    <p:sldId id="490" r:id="rId19"/>
    <p:sldId id="487" r:id="rId9"/>
    <p:sldId id="473" r:id="rId10"/>
    <p:sldId id="468" r:id="rId11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>
        <p:scale>
          <a:sx n="74" d="100"/>
          <a:sy n="74" d="100"/>
        </p:scale>
        <p:origin x="696" y="-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Radhika Sreedharan &amp;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Kumaravel Thangavel — Assistant Professors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 R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Vidhya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Rengasamy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BENKYO – AI-Powered Study Assistant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52834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Haamid Khaleelulla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Internship Program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Technology Stack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Internship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AI GPU Summer Internship Program (Summer 2026) — a self-paced, skill-based technical program rather than a placement at a host company.</a:t>
            </a:r>
          </a:p>
          <a:p>
            <a:pPr marL="342900" indent="-342900" algn="l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practical, end-to-end AI systems using GPU-accelerated large language models.</a:t>
            </a:r>
          </a:p>
          <a:p>
            <a:pPr marL="342900" indent="-342900" algn="l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days, 01 June 2026 – 12 June 2026, at Presidency University, Bengaluru.</a:t>
            </a:r>
          </a:p>
          <a:p>
            <a:pPr marL="342900" indent="-342900" algn="l">
              <a:lnSpc>
                <a:spcPct val="13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project: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Benkyo — an AI study assistant that applies Retrieval-Augmented Generation (RAG) to a real, everyday student problem: turning lecture slides, PDFs and notes into an interactive study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US" b="1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applied to AI-assisted education / study tools.</a:t>
            </a:r>
          </a:p>
          <a:p>
            <a:pPr marL="342900" indent="-342900" algn="l">
              <a:lnSpc>
                <a:spcPct val="130000"/>
              </a:lnSpc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US" b="1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FastAPI, SQLAlchemy over SQLite.</a:t>
            </a:r>
          </a:p>
          <a:p>
            <a:pPr marL="342900" indent="-342900" algn="l">
              <a:lnSpc>
                <a:spcPct val="130000"/>
              </a:lnSpc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US" b="1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Retrieval: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vector store, sentence-transformers (all-MiniLM-L6-v2), Groq-hosted Llama-3.3-70B-Versatile LLM.</a:t>
            </a:r>
          </a:p>
          <a:p>
            <a:pPr marL="342900" indent="-342900" algn="l">
              <a:lnSpc>
                <a:spcPct val="130000"/>
              </a:lnSpc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US" b="1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parsing: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PyMuPDF (PDF), python-pptx, python-docx, Tesseract OCR for scanned images.</a:t>
            </a:r>
          </a:p>
          <a:p>
            <a:pPr marL="342900" indent="-342900" algn="l">
              <a:lnSpc>
                <a:spcPct val="130000"/>
              </a:lnSpc>
              <a:spcBef>
                <a:spcPts val="900"/>
              </a:spcBef>
              <a:buFont typeface="Wingdings" panose="05000000000000000000" pitchFamily="2" charset="2"/>
              <a:buChar char="Ø"/>
            </a:pPr>
            <a:r>
              <a:rPr lang="en-US" b="1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(Vite), Tailwind CSS, custom UI/animation component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multi-format ingestion pipeline extracting text from PDF, PPTX, DOCX, TXT/Markdown and scanned images (OCR).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chunking + embedding pipeline with a per-session FAISS vector store for semantic search.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RAG-based Q&amp;A endpoint returning grounded answers with citations to filename, page and snippet.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AI-generated quizzes, active-recall flashcards and structured markdown study notes on the same pipeline.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progress analytics that tracks quiz scores and flags weak topics (below 60% accuracy).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responsive, polished React frontend with a custom UI/animation component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RAG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parsed and cleaned with format-specific extractors (PyMuPDF, python-pptx, python-docx, Tesseract OCR).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split into overlapping, 500-token-based chunks.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Chunks embedded using the sentence-transformers all-MiniLM-L6-v2 model.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stored in a per-session FAISS vector store with disk persistence.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+ Generation: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chunks retrieved at query time and passed to the Groq-hosted Llama-3.3-70B-Versatile LLM to generate grounded answers, quizzes, flashcards and notes.</a:t>
            </a:r>
          </a:p>
          <a:p>
            <a:pPr marL="342900" indent="-342900" algn="l">
              <a:lnSpc>
                <a:spcPct val="125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b="1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Stack: 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+ SQLAlchemy/SQLite backend; React (Vite) + Tailwind CSS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— Landing Page &amp; Coursework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l"/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Benkyo delivers a polished, RAG-grounded study experience across five core tools.</a:t>
            </a:r>
          </a:p>
        </p:txBody>
      </p:sp>
      <p:pic>
        <p:nvPicPr>
          <p:cNvPr id="101" name="Picture Le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08" y="1610000"/>
            <a:ext cx="5000000" cy="2898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02" name="Picture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108" y="1610000"/>
            <a:ext cx="5000000" cy="287128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Caption Left"/>
          <p:cNvSpPr txBox="1"/>
          <p:nvPr/>
        </p:nvSpPr>
        <p:spPr>
          <a:xfrm>
            <a:off x="554108" y="4588550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Benkyo landing page</a:t>
            </a:r>
          </a:p>
        </p:txBody>
      </p:sp>
      <p:sp>
        <p:nvSpPr>
          <p:cNvPr id="104" name="Caption Right"/>
          <p:cNvSpPr txBox="1"/>
          <p:nvPr/>
        </p:nvSpPr>
        <p:spPr>
          <a:xfrm>
            <a:off x="5854108" y="4561287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Coursework Q&amp;A — grounded answers with inline citations</a:t>
            </a:r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hands-on experience building a complete, production-shaped AI application — ingestion, vector search, RAG, a multi-feature FastAPI backend, and a polished React frontend — within a 12-day timeframe.</a:t>
            </a:r>
          </a:p>
          <a:p>
            <a:pPr marL="342900" indent="-342900" algn="l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heterogeneous formats (PDF, PPTX, DOCX, text, scanned images) showed how much extraction quality upstream affects citation accuracy and answer quality downstream.</a:t>
            </a:r>
          </a:p>
          <a:p>
            <a:pPr marL="342900" indent="-342900" algn="l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the RAG pipeline end to end clarified trade-offs between chunk size, retrieval count, and prompt design for accurate, well-grounded answers.</a:t>
            </a:r>
          </a:p>
          <a:p>
            <a:pPr marL="342900" indent="-342900" algn="l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within free-tier hosting highlighted the need for persistent storage (FAISS index) and graceful degradation (OCR fallback).</a:t>
            </a:r>
          </a:p>
          <a:p>
            <a:pPr marL="342900" indent="-342900" algn="l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practical skills in RAG, vector search, full-stack design, and GPU-accelerated LLM APIs; resulted in a genuinely usable study tool extensible with multi-user accounts and spaced repetition.</a:t>
            </a: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12-Day Work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1–2: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gathering, tech-stack selection, and project skeleton setup.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3–4: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multi-format extraction layer (PDF, PPTX, DOCX, OCR fallback).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5–6: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the chunker, embeddings service, and per-session FAISS vector store.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6–7: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RAG-based coursework Q&amp;A endpoint with citations.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8–9: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quiz, flashcard and structured notes generators.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9–10: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progress/analytics router with weak-topic flagging.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10–11: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React frontend — Chat, Quiz, Flashcards, Notes and Progress pages.</a:t>
            </a:r>
          </a:p>
          <a:p>
            <a:pPr marL="342900" indent="-342900" algn="l">
              <a:lnSpc>
                <a:spcPct val="118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b="1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11–12: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testing, bug fixes, and report/documentation write-up.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— Interactive Quiz &amp; Flashcards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l"/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Auto-generated quizzes and flashcards reuse the same retrieval pipeline for active recall.</a:t>
            </a:r>
          </a:p>
        </p:txBody>
      </p:sp>
      <p:pic>
        <p:nvPicPr>
          <p:cNvPr id="101" name="Picture Le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08" y="1610000"/>
            <a:ext cx="5000000" cy="284523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02" name="Picture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108" y="1610000"/>
            <a:ext cx="5000000" cy="285044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Caption Left"/>
          <p:cNvSpPr txBox="1"/>
          <p:nvPr/>
        </p:nvSpPr>
        <p:spPr>
          <a:xfrm>
            <a:off x="554108" y="4535231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 Mode — adjustable difficulty &amp; topic tags</a:t>
            </a:r>
          </a:p>
        </p:txBody>
      </p:sp>
      <p:sp>
        <p:nvSpPr>
          <p:cNvPr id="104" name="Caption Right"/>
          <p:cNvSpPr txBox="1"/>
          <p:nvPr/>
        </p:nvSpPr>
        <p:spPr>
          <a:xfrm>
            <a:off x="5854108" y="4540442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Recall Flashcards — 3D flip-card decks</a:t>
            </a:r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— Study Notes &amp; Weak-Topic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l"/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notes and a progress dashboard round out the study workflow.</a:t>
            </a:r>
          </a:p>
        </p:txBody>
      </p:sp>
      <p:pic>
        <p:nvPicPr>
          <p:cNvPr id="101" name="Picture Le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08" y="1610000"/>
            <a:ext cx="5000000" cy="285453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02" name="Picture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108" y="1610000"/>
            <a:ext cx="5000000" cy="28642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Caption Left"/>
          <p:cNvSpPr txBox="1"/>
          <p:nvPr/>
        </p:nvSpPr>
        <p:spPr>
          <a:xfrm>
            <a:off x="554108" y="4544535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Study Notes — generated markdown guide</a:t>
            </a:r>
          </a:p>
        </p:txBody>
      </p:sp>
      <p:sp>
        <p:nvSpPr>
          <p:cNvPr id="104" name="Caption Right"/>
          <p:cNvSpPr txBox="1"/>
          <p:nvPr/>
        </p:nvSpPr>
        <p:spPr>
          <a:xfrm>
            <a:off x="5854108" y="4554229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Topics &amp; Learning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7808</TotalTime>
  <Words>190</Words>
  <Application>Microsoft Office PowerPoint</Application>
  <PresentationFormat>Widescreen</PresentationFormat>
  <Paragraphs>46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Objectives of the work</vt:lpstr>
      <vt:lpstr>Methodology Used / Course Description </vt:lpstr>
      <vt:lpstr>Results (Optional)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Sharan Patil</cp:lastModifiedBy>
  <cp:revision>942</cp:revision>
  <cp:lastPrinted>2018-07-24T06:37:20Z</cp:lastPrinted>
  <dcterms:created xsi:type="dcterms:W3CDTF">2018-06-07T04:06:17Z</dcterms:created>
  <dcterms:modified xsi:type="dcterms:W3CDTF">2026-07-16T05:32:57Z</dcterms:modified>
</cp:coreProperties>
</file>